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RTM RadioMuzik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9A00"/>
                </a:solidFill>
              </a:rPr>
              <a:t>AWS Cloud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</a:rPr>
              <a:t>Architecture · CloudFormation · Deployment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April 2026  ·  Account: 759371407156  ·  Region: ap-southeast-5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9A00"/>
                </a:solidFill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560320" cy="1005840"/>
          </a:xfrm>
          <a:prstGeom prst="rect">
            <a:avLst/>
          </a:prstGeom>
          <a:solidFill>
            <a:srgbClr val="162A40"/>
          </a:solidFill>
          <a:ln w="1524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2377439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Internet /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560320"/>
            <a:ext cx="2560320" cy="1005840"/>
          </a:xfrm>
          <a:prstGeom prst="rect">
            <a:avLst/>
          </a:prstGeom>
          <a:solidFill>
            <a:srgbClr val="162A40"/>
          </a:solidFill>
          <a:ln w="15240">
            <a:solidFill>
              <a:srgbClr val="309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633472"/>
            <a:ext cx="2377439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CloudFront + WAF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931920"/>
            <a:ext cx="2560320" cy="1005840"/>
          </a:xfrm>
          <a:prstGeom prst="rect">
            <a:avLst/>
          </a:prstGeom>
          <a:solidFill>
            <a:srgbClr val="162A40"/>
          </a:solidFill>
          <a:ln w="15240">
            <a:solidFill>
              <a:srgbClr val="309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005072"/>
            <a:ext cx="2377439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Application Load Balancer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286000"/>
            <a:ext cx="2651760" cy="1188720"/>
          </a:xfrm>
          <a:prstGeom prst="rect">
            <a:avLst/>
          </a:prstGeom>
          <a:solidFill>
            <a:srgbClr val="162A4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359152"/>
            <a:ext cx="2468879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portal-1 / portal-2
(m7i.xlarge)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840480"/>
            <a:ext cx="2651760" cy="1005840"/>
          </a:xfrm>
          <a:prstGeom prst="rect">
            <a:avLst/>
          </a:prstGeom>
          <a:solidFill>
            <a:srgbClr val="162A4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3913632"/>
            <a:ext cx="2468879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portal-db
RDS MySQL 8.0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5212080"/>
            <a:ext cx="2651760" cy="914400"/>
          </a:xfrm>
          <a:prstGeom prst="rect">
            <a:avLst/>
          </a:prstGeom>
          <a:solidFill>
            <a:srgbClr val="162A40"/>
          </a:solidFill>
          <a:ln w="1524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5285232"/>
            <a:ext cx="246887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portal-bastion
56.69.33.230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286000"/>
            <a:ext cx="2834640" cy="1463040"/>
          </a:xfrm>
          <a:prstGeom prst="rect">
            <a:avLst/>
          </a:prstGeom>
          <a:solidFill>
            <a:srgbClr val="162A40"/>
          </a:solidFill>
          <a:ln w="1524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59152"/>
            <a:ext cx="26517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AI VPC
tts-1 / tts-2 / tts-staging
(g6.4xlarge GPU)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114800"/>
            <a:ext cx="2834640" cy="1188720"/>
          </a:xfrm>
          <a:prstGeom prst="rect">
            <a:avLst/>
          </a:prstGeom>
          <a:solidFill>
            <a:srgbClr val="162A40"/>
          </a:solidFill>
          <a:ln w="15240">
            <a:solidFill>
              <a:srgbClr val="309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187952"/>
            <a:ext cx="26517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Radio VPC
Icecast Origin
43.216.131.143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286000"/>
            <a:ext cx="2651760" cy="1005840"/>
          </a:xfrm>
          <a:prstGeom prst="rect">
            <a:avLst/>
          </a:prstGeom>
          <a:solidFill>
            <a:srgbClr val="162A4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359152"/>
            <a:ext cx="2468879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S3 Buckets
8 buckets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3840480"/>
            <a:ext cx="2651760" cy="1005840"/>
          </a:xfrm>
          <a:prstGeom prst="rect">
            <a:avLst/>
          </a:prstGeom>
          <a:solidFill>
            <a:srgbClr val="162A40"/>
          </a:solidFill>
          <a:ln w="1524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3913632"/>
            <a:ext cx="2468879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Transit Gateway
rtm-tgw-dev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5212080"/>
            <a:ext cx="2651760" cy="914400"/>
          </a:xfrm>
          <a:prstGeom prst="rect">
            <a:avLst/>
          </a:prstGeom>
          <a:solidFill>
            <a:srgbClr val="162A40"/>
          </a:solidFill>
          <a:ln w="1524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5285232"/>
            <a:ext cx="246887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MikroTik VPN
10.50.0.0/24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9A00"/>
                </a:solidFill>
              </a:rPr>
              <a:t>VPC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3657600" cy="5303520"/>
          </a:xfrm>
          <a:prstGeom prst="rect">
            <a:avLst/>
          </a:prstGeom>
          <a:solidFill>
            <a:srgbClr val="162A4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51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C71"/>
                </a:solidFill>
              </a:rPr>
              <a:t>portal-vpc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508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EE"/>
                </a:solidFill>
              </a:rPr>
              <a:t>vpc-02e129cd9a0d72fc5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10.0.0.0/16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• 2 public subnets (ALB)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986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• 2 private subnets (EC2, 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6557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• NAT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3250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• S3 VPC 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99431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• TGW attachment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005840"/>
            <a:ext cx="3657600" cy="5303520"/>
          </a:xfrm>
          <a:prstGeom prst="rect">
            <a:avLst/>
          </a:prstGeom>
          <a:solidFill>
            <a:srgbClr val="162A40"/>
          </a:solidFill>
          <a:ln w="1905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051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A00"/>
                </a:solidFill>
              </a:rPr>
              <a:t>ai-vpc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508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EE"/>
                </a:solidFill>
              </a:rPr>
              <a:t>vpc-06e057c830f490e07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10.10.0.0/16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331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• 2 public subnets (10.10.1/2.0/24)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8986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• 2 private subnets (10.10.10/20.0/24)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46557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• NAT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03250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• TGW attachment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005840"/>
            <a:ext cx="3657600" cy="5303520"/>
          </a:xfrm>
          <a:prstGeom prst="rect">
            <a:avLst/>
          </a:prstGeom>
          <a:solidFill>
            <a:srgbClr val="162A40"/>
          </a:solidFill>
          <a:ln w="19050">
            <a:solidFill>
              <a:srgbClr val="309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051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09ECC"/>
                </a:solidFill>
              </a:rPr>
              <a:t>radio-vpc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1508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EE"/>
                </a:solidFill>
              </a:rPr>
              <a:t>vpc-0000a469e921f5835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87451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192.168.0.0/16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331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• 1 public + 1 private subnet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8986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• VGW → MikroTik VPN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465576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• Static route 10.50.0.0/24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032504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• TGW attachment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9A00"/>
                </a:solidFill>
              </a:rPr>
              <a:t>AI VPC — TTS EC2 Instances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ai-vpc  |  10.10.0.0/16  |  vpc-06e057c830f490e07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657600" cy="4389120"/>
          </a:xfrm>
          <a:prstGeom prst="rect">
            <a:avLst/>
          </a:prstGeom>
          <a:solidFill>
            <a:srgbClr val="162A40"/>
          </a:solidFill>
          <a:ln w="1905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44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A00"/>
                </a:solidFill>
              </a:rPr>
              <a:t>tts-1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Production TTS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4231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Instance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231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i-0cb32f24302d94417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8803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g6.4xlarge  (NVIDIA L4 GPU)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375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Private 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375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10.10.10.241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7947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Subnet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947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ai-vpc-private-az1
(10.10.10.0/24)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2519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AMI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2519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ami-0db28a93c072dcadd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7091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SG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91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ai-tts-security-group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371600"/>
            <a:ext cx="3657600" cy="4389120"/>
          </a:xfrm>
          <a:prstGeom prst="rect">
            <a:avLst/>
          </a:prstGeom>
          <a:solidFill>
            <a:srgbClr val="162A40"/>
          </a:solidFill>
          <a:ln w="1905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444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A00"/>
                </a:solidFill>
              </a:rPr>
              <a:t>tts-2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Production TTS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4231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Instance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4231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i-0370288387351f7f4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28803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8803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g6.4xlarge  (NVIDIA L4 GPU)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3375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Private 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3375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10.10.1.177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7947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Subnet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7947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ai-vpc-public-az1
(10.10.1.0/24)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2519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AMI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2519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ami-0db28a93c072dcadd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7091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SG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7091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ai-tts-security-group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1371600"/>
            <a:ext cx="3657600" cy="4389120"/>
          </a:xfrm>
          <a:prstGeom prst="rect">
            <a:avLst/>
          </a:prstGeom>
          <a:solidFill>
            <a:srgbClr val="162A40"/>
          </a:solidFill>
          <a:ln w="1905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1444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A00"/>
                </a:solidFill>
              </a:rPr>
              <a:t>tts-staging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Staging TTS server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4231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Instance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24231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i-07f961b7fc0dbf7fe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8803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Type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8803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g6.4xlarge  (NVIDIA L4 GPU)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3375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Private 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3375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10.10.1.38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37947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Subnet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37947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ai-vpc-public-az1
(10.10.1.0/24)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42519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AMI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42519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ami-0db28a93c072dcadd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470916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DEE"/>
                </a:solidFill>
              </a:rPr>
              <a:t>SG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4709160"/>
            <a:ext cx="2240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ai-tts-security-group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EE"/>
                </a:solidFill>
              </a:rPr>
              <a:t>AMI shared across all 3 instances  ·  No public IP  ·  Access via bastion or TGW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9A00"/>
                </a:solidFill>
              </a:rPr>
              <a:t>Portal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669280" cy="2468880"/>
          </a:xfrm>
          <a:prstGeom prst="rect">
            <a:avLst/>
          </a:prstGeom>
          <a:solidFill>
            <a:srgbClr val="162A4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Application Load Balancer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64207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Name: portal-alb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08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Internet-facing, ap-southeast-5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39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HTTP → HTTPS redirect (301)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3405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HTTPS → portal-tg (forward)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906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ACM cert: ap-southeast-5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669280" cy="2468880"/>
          </a:xfrm>
          <a:prstGeom prst="rect">
            <a:avLst/>
          </a:prstGeom>
          <a:solidFill>
            <a:srgbClr val="162A40"/>
          </a:solidFill>
          <a:ln w="19050">
            <a:solidFill>
              <a:srgbClr val="309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9ECC"/>
                </a:solidFill>
              </a:rPr>
              <a:t>EC2 Instances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64207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portal-1  (private subnet AZ-a)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208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portal-2  (private subnet AZ-b)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39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Type: m7i.xlarge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3405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AMI: ami-04c7b81f22c04be89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906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Laravel + Nginx + PHP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40480"/>
            <a:ext cx="5669280" cy="2468880"/>
          </a:xfrm>
          <a:prstGeom prst="rect">
            <a:avLst/>
          </a:prstGeom>
          <a:solidFill>
            <a:srgbClr val="162A40"/>
          </a:solidFill>
          <a:ln w="19050">
            <a:solidFill>
              <a:srgbClr val="FF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931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A00"/>
                </a:solidFill>
              </a:rPr>
              <a:t>RDS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0740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Identifier: portal-db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640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Engine: MySQL 8.0.45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Class: db.t3.small  /  20 GB gp3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7725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DB: radiomuzikfm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338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Backup: 7 days  |  DeletionProtection: 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840480"/>
            <a:ext cx="5669280" cy="2468880"/>
          </a:xfrm>
          <a:prstGeom prst="rect">
            <a:avLst/>
          </a:prstGeom>
          <a:solidFill>
            <a:srgbClr val="162A40"/>
          </a:solidFill>
          <a:ln w="190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931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</a:rPr>
              <a:t>Security Groups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0740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portal-alb-sg  → CF prefix list + internet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6402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portal-sg  → ALB + internal VPCs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206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portal-rds-sg  → portal-sg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47725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portal-efs-sg  → portal-sg NFS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9A00"/>
                </a:solidFill>
              </a:rPr>
              <a:t>CloudFront Distributions &amp; WAF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3154680" cy="41148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Domain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1005840"/>
            <a:ext cx="2331720" cy="41148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024128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Distribution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05840"/>
            <a:ext cx="2697480" cy="41148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02412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Origin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20" y="1005840"/>
            <a:ext cx="2240280" cy="411480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02412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Cache / WAF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40"/>
            <a:ext cx="11658600" cy="749808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72768"/>
            <a:ext cx="3063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staging.radiomuzik.com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572768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ESAWE1GXT8R0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57276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EC2 HTTP :80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572768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WAF 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67712"/>
            <a:ext cx="11658600" cy="74980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377440"/>
            <a:ext cx="3063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09ECC"/>
                </a:solidFill>
              </a:rPr>
              <a:t>portal.radiomuzik.com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377440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portal-cf-waf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377440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ALB HTTPS :443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377440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WAF 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072384"/>
            <a:ext cx="11658600" cy="749808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182112"/>
            <a:ext cx="3063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A00"/>
                </a:solidFill>
              </a:rPr>
              <a:t>live.radiomuzik.com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182112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E3C2TT9168NOV3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182112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MediaPackage HTTPS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182112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No cache (TTL 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877056"/>
            <a:ext cx="11658600" cy="74980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986784"/>
            <a:ext cx="3063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A00"/>
                </a:solidFill>
              </a:rPr>
              <a:t>stream.radiomuzik.com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3986784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EHBQCWJ72GVMB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986784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Icecast HTTP :80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986784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No cache (TTL 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681728"/>
            <a:ext cx="11658600" cy="749808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791456"/>
            <a:ext cx="3063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docs.radiomuzik.com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791456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E1Y7AS9SJ17NGR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4791456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S3 OAC (private)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4791456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Cache 1 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EE"/>
                </a:solidFill>
              </a:rPr>
              <a:t>WAF rules: CommonRuleSet · KnownBadInputsRuleSet · SQLiRuleSet · Rate limit 2000 req/5min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9A00"/>
                </a:solidFill>
              </a:rPr>
              <a:t>S3 Buckets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3520440" cy="38404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86968"/>
            <a:ext cx="3429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Bucket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868680"/>
            <a:ext cx="1508760" cy="38404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886968"/>
            <a:ext cx="1417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Versioning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868680"/>
            <a:ext cx="2331720" cy="38404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886968"/>
            <a:ext cx="22402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Access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868680"/>
            <a:ext cx="3794760" cy="38404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886968"/>
            <a:ext cx="3703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298448"/>
            <a:ext cx="11658600" cy="603504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38988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portal-docs-radiomuzik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138988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389888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CloudFront OAC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389888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PDF docs site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56815"/>
            <a:ext cx="11658600" cy="603504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048255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rtm-ai-radiomuzik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048255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Enabled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048255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Private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048255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AI-generated content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15184"/>
            <a:ext cx="11658600" cy="603504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70662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rtm-emergency-playlist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2706624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Enabled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706624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Private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706624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Emergency broadcast audio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273552"/>
            <a:ext cx="11658600" cy="603504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36499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rtm-rcs-audio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36499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CC71"/>
                </a:solidFill>
              </a:rPr>
              <a:t>Enabled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36499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Private (IAM role)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364992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RCS radio automation audio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931920"/>
            <a:ext cx="11658600" cy="603504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023359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rtm-tts-artifacts-dev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4023359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None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4023359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Private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023359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TTS artifacts — dev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590288"/>
            <a:ext cx="11658600" cy="603504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681727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rtm-tts-artifacts-prod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4681727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None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4681727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Private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4681727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TTS artifacts — prod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248656"/>
            <a:ext cx="11658600" cy="603504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340096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rtm-tts-history-dev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39" y="5340096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None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5340096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Private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5340096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TTS history logs — dev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907024"/>
            <a:ext cx="11658600" cy="603504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99846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rtm-tts-history-prod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77639" y="5998464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None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77840" y="5998464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Private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1000" y="5998464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</a:rPr>
              <a:t>TTS history logs — prod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9224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EE"/>
                </a:solidFill>
              </a:rPr>
              <a:t>All buckets: PublicAccessBlock ON  ·  Region: ap-southeast-5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9A00"/>
                </a:solidFill>
              </a:rPr>
              <a:t>Route 53 — radiomuzik.com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Hosted Zone: Z02249793448ESOJGZDBR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70432"/>
            <a:ext cx="4069080" cy="347472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977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Subdomain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170432"/>
            <a:ext cx="1417320" cy="347472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1188720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170432"/>
            <a:ext cx="6172200" cy="347472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188720"/>
            <a:ext cx="60807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</a:rPr>
              <a:t>Points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63624"/>
            <a:ext cx="11658600" cy="457200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27632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CC71"/>
                </a:solidFill>
              </a:rPr>
              <a:t>radiomuzik.com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162763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A alias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627632"/>
            <a:ext cx="6080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portal-alb (ALB)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057400"/>
            <a:ext cx="11658600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121408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CC71"/>
                </a:solidFill>
              </a:rPr>
              <a:t>www.radiomuzik.com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12140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A alias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121408"/>
            <a:ext cx="6080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portal-alb (ALB)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551176"/>
            <a:ext cx="11658600" cy="457200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61518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CC71"/>
                </a:solidFill>
              </a:rPr>
              <a:t>portal.radiomuzik.com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261518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A alias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615184"/>
            <a:ext cx="6080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portal-alb (ALB)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044952"/>
            <a:ext cx="11658600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10896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09ECC"/>
                </a:solidFill>
              </a:rPr>
              <a:t>staging.radiomuzik.com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310896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A alias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108960"/>
            <a:ext cx="6080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d34bpbw58g5u4b.cloudfront.net (CF)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538728"/>
            <a:ext cx="11658600" cy="457200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602736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09ECC"/>
                </a:solidFill>
              </a:rPr>
              <a:t>live.radiomuzik.com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360273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CNAME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602736"/>
            <a:ext cx="6080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d22a77t6lz6bm6.cloudfront.net (CF)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32504"/>
            <a:ext cx="11658600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096512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09ECC"/>
                </a:solidFill>
              </a:rPr>
              <a:t>stream.radiomuzik.com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79" y="40965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CNAME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096512"/>
            <a:ext cx="6080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d1u3i1iw0ghy00.cloudfront.net (CF)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526280"/>
            <a:ext cx="11658600" cy="457200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590288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09ECC"/>
                </a:solidFill>
              </a:rPr>
              <a:t>docs.radiomuzik.com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79" y="459028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CNAME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590288"/>
            <a:ext cx="6080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dpufdsdbe7jem.cloudfront.net (CF)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020056"/>
            <a:ext cx="11658600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084064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bastion.radiomuzik.com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79" y="508406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084064"/>
            <a:ext cx="6080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56.69.33.230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513832"/>
            <a:ext cx="11658600" cy="457200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57784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cms.radiomuzik.com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79" y="557784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5577840"/>
            <a:ext cx="6080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56.69.33.230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6007608"/>
            <a:ext cx="11658600" cy="4572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071616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9A00"/>
                </a:solidFill>
              </a:rPr>
              <a:t>icecast-origin.radiomuzik.com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79" y="607161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6071616"/>
            <a:ext cx="60807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43.216.131.143  (TTL 60s)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9A00"/>
                </a:solidFill>
              </a:rPr>
              <a:t>IAM — Groups, Roles &amp;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739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Infra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76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78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Radio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809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Radmik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914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09ECC"/>
                </a:solidFill>
              </a:rPr>
              <a:t>EC2 Roles / 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09ECC"/>
                </a:solidFill>
              </a:rPr>
              <a:t>PortalSSMRole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737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SSM only — portal EC2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09ECC"/>
                </a:solidFill>
              </a:rPr>
              <a:t>BastionPortalSSMRole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560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SSM only — bastion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09ECC"/>
                </a:solidFill>
              </a:rPr>
              <a:t>RCSAudioS3Role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383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SSM + S3 (rcs-audio,
ai-radiomuzik, emergency)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A00"/>
                </a:solidFill>
              </a:rPr>
              <a:t>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AIUser (service)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7739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InfraUser (service)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762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PortalUser (service)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78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RadioUser (service)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9809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rtm-billing-user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azrilnazlialias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7856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medialab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1879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+ 5 console users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9A00"/>
                </a:solidFill>
              </a:rPr>
              <a:t>CloudFormation Deployment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38404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024128"/>
            <a:ext cx="365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005840"/>
            <a:ext cx="1965960" cy="38404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920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005840"/>
            <a:ext cx="3063240" cy="38404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1024128"/>
            <a:ext cx="3017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Template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05840"/>
            <a:ext cx="1600200" cy="38404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2472" y="1024128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005840"/>
            <a:ext cx="4434840" cy="38404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2" y="1024128"/>
            <a:ext cx="4389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</a:rPr>
              <a:t>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35608"/>
            <a:ext cx="11658600" cy="612648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52704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9A00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1527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Transit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15270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vpc-transit-gateway.yaml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15270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ap-southeast-5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152704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Deploy first — all VPCs depend on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093976"/>
            <a:ext cx="11658600" cy="61264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18541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9A00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218541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VPCs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218541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vpc-portal / vpc-ai / vpc-radio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62472" y="218541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ap-southeast-5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218541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Can deploy in parallel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752344"/>
            <a:ext cx="11658600" cy="612648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284378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9A00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284378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S3 Buckets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7792" y="28437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s3-buckets.yaml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284378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ap-southeast-5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284378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No dependencies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410712"/>
            <a:ext cx="11658600" cy="61264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350215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9A00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35021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7792" y="35021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iam-groups-policies + iam-users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62472" y="350215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ap-southeast-5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350215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No dependencies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069080"/>
            <a:ext cx="11658600" cy="612648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4160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9A00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41605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Portal Infra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7792" y="4160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portal-infrastructure.yaml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62472" y="41605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ap-southeast-5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54112" y="4160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Needs portal-vpc. Note ALB DNS output.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727448"/>
            <a:ext cx="11658600" cy="61264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481888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9A00"/>
                </a:solidFill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" y="48188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CF + WAF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07792" y="481888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staging / portal / cloudfront-media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62472" y="481888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9A00"/>
                </a:solidFill>
              </a:rPr>
              <a:t>us-east-1 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54112" y="481888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Needs ALB DNS from Step 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385816"/>
            <a:ext cx="11658600" cy="612648"/>
          </a:xfrm>
          <a:prstGeom prst="rect">
            <a:avLst/>
          </a:prstGeom>
          <a:solidFill>
            <a:srgbClr val="13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547725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9A00"/>
                </a:solidFill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" y="547725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Route 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07792" y="547725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route53-radiomuzik.yaml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62472" y="547725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ap-southeast-5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54112" y="547725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EE"/>
                </a:solidFill>
              </a:rPr>
              <a:t>Needs ALB DNS + CF outputs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DDEE"/>
                </a:solidFill>
              </a:rPr>
              <a:t>Full deploy commands in cloudformation/README.md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